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73152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PBIX Inspector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C9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Metadata Documentation Tool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2070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EA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 PBIP project ZIP · Get every detail instantly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4846320" cy="228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691640"/>
            <a:ext cx="2240280" cy="402336"/>
          </a:xfrm>
          <a:prstGeom prst="rect">
            <a:avLst/>
          </a:prstGeom>
          <a:solidFill>
            <a:srgbClr val="13233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91640"/>
            <a:ext cx="50292" cy="402336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728216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  </a:t>
            </a:r>
            <a:pPr indent="0" marL="0">
              <a:buNone/>
            </a:pPr>
            <a:r>
              <a:rPr lang="en-US" sz="1150" b="1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&amp; Sources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70048" y="1691640"/>
            <a:ext cx="2240280" cy="402336"/>
          </a:xfrm>
          <a:prstGeom prst="rect">
            <a:avLst/>
          </a:prstGeom>
          <a:solidFill>
            <a:srgbClr val="13233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70048" y="1691640"/>
            <a:ext cx="50292" cy="402336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52344" y="1728216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 </a:t>
            </a:r>
            <a:pPr indent="0" marL="0">
              <a:buNone/>
            </a:pPr>
            <a:r>
              <a:rPr lang="en-US" sz="1150" b="1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+ Full DAX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185416"/>
            <a:ext cx="2240280" cy="402336"/>
          </a:xfrm>
          <a:prstGeom prst="rect">
            <a:avLst/>
          </a:prstGeom>
          <a:solidFill>
            <a:srgbClr val="13233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185416"/>
            <a:ext cx="50292" cy="402336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2221992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  </a:t>
            </a:r>
            <a:pPr indent="0" marL="0">
              <a:buNone/>
            </a:pPr>
            <a:r>
              <a:rPr lang="en-US" sz="1150" b="1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 &amp; Types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70048" y="2185416"/>
            <a:ext cx="2240280" cy="402336"/>
          </a:xfrm>
          <a:prstGeom prst="rect">
            <a:avLst/>
          </a:prstGeom>
          <a:solidFill>
            <a:srgbClr val="13233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70048" y="2185416"/>
            <a:ext cx="50292" cy="402336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52344" y="2221992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</a:t>
            </a:r>
            <a:pPr indent="0" marL="0">
              <a:buNone/>
            </a:pPr>
            <a:r>
              <a:rPr lang="en-US" sz="1150" b="1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2679192"/>
            <a:ext cx="2240280" cy="402336"/>
          </a:xfrm>
          <a:prstGeom prst="rect">
            <a:avLst/>
          </a:prstGeom>
          <a:solidFill>
            <a:srgbClr val="13233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679192"/>
            <a:ext cx="50292" cy="402336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2715768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  </a:t>
            </a:r>
            <a:pPr indent="0" marL="0">
              <a:buNone/>
            </a:pPr>
            <a:r>
              <a:rPr lang="en-US" sz="1150" b="1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Visuals &amp; Filters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670048" y="2679192"/>
            <a:ext cx="2240280" cy="402336"/>
          </a:xfrm>
          <a:prstGeom prst="rect">
            <a:avLst/>
          </a:prstGeom>
          <a:solidFill>
            <a:srgbClr val="13233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70048" y="2679192"/>
            <a:ext cx="50292" cy="402336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52344" y="2715768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</a:t>
            </a:r>
            <a:pPr indent="0" marL="0">
              <a:buNone/>
            </a:pPr>
            <a:r>
              <a:rPr lang="en-US" sz="1150" b="1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Query Steps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3172968"/>
            <a:ext cx="2240280" cy="402336"/>
          </a:xfrm>
          <a:prstGeom prst="rect">
            <a:avLst/>
          </a:prstGeom>
          <a:solidFill>
            <a:srgbClr val="13233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172968"/>
            <a:ext cx="50292" cy="402336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3209544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</a:t>
            </a:r>
            <a:pPr indent="0" marL="0">
              <a:buNone/>
            </a:pPr>
            <a:r>
              <a:rPr lang="en-US" sz="1150" b="1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Row-Level Security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670048" y="3172968"/>
            <a:ext cx="2240280" cy="402336"/>
          </a:xfrm>
          <a:prstGeom prst="rect">
            <a:avLst/>
          </a:prstGeom>
          <a:solidFill>
            <a:srgbClr val="13233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70048" y="3172968"/>
            <a:ext cx="50292" cy="402336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52344" y="3209544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🔖  </a:t>
            </a:r>
            <a:pPr indent="0" marL="0">
              <a:buNone/>
            </a:pPr>
            <a:r>
              <a:rPr lang="en-US" sz="1150" b="1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Bookmarks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0040" y="3666744"/>
            <a:ext cx="2240280" cy="402336"/>
          </a:xfrm>
          <a:prstGeom prst="rect">
            <a:avLst/>
          </a:prstGeom>
          <a:solidFill>
            <a:srgbClr val="13233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3666744"/>
            <a:ext cx="50292" cy="402336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" y="3703320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</a:t>
            </a:r>
            <a:pPr indent="0" marL="0">
              <a:buNone/>
            </a:pPr>
            <a:r>
              <a:rPr lang="en-US" sz="1150" b="1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Metadata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670048" y="3666744"/>
            <a:ext cx="2240280" cy="402336"/>
          </a:xfrm>
          <a:prstGeom prst="rect">
            <a:avLst/>
          </a:prstGeom>
          <a:solidFill>
            <a:srgbClr val="13233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70048" y="3666744"/>
            <a:ext cx="50292" cy="402336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52344" y="3703320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  </a:t>
            </a:r>
            <a:pPr indent="0" marL="0">
              <a:buNone/>
            </a:pPr>
            <a:r>
              <a:rPr lang="en-US" sz="1150" b="1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20040" y="4160520"/>
            <a:ext cx="2240280" cy="402336"/>
          </a:xfrm>
          <a:prstGeom prst="rect">
            <a:avLst/>
          </a:prstGeom>
          <a:solidFill>
            <a:srgbClr val="13233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4160520"/>
            <a:ext cx="50292" cy="402336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" y="4197096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</a:t>
            </a:r>
            <a:pPr indent="0" marL="0">
              <a:buNone/>
            </a:pPr>
            <a:r>
              <a:rPr lang="en-US" sz="1150" b="1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Synonyms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670048" y="4160520"/>
            <a:ext cx="2240280" cy="402336"/>
          </a:xfrm>
          <a:prstGeom prst="rect">
            <a:avLst/>
          </a:prstGeom>
          <a:solidFill>
            <a:srgbClr val="13233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70048" y="4160520"/>
            <a:ext cx="50292" cy="402336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52344" y="4197096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⬇  </a:t>
            </a:r>
            <a:pPr indent="0" marL="0">
              <a:buNone/>
            </a:pPr>
            <a:r>
              <a:rPr lang="en-US" sz="1150" b="1" dirty="0">
                <a:solidFill>
                  <a:srgbClr val="E8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+ Word Export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074920" y="164592"/>
            <a:ext cx="3931920" cy="4773168"/>
          </a:xfrm>
          <a:prstGeom prst="rect">
            <a:avLst/>
          </a:prstGeom>
          <a:solidFill>
            <a:srgbClr val="09152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74920" y="164592"/>
            <a:ext cx="3931920" cy="475488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66360" y="19202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230368" y="749808"/>
            <a:ext cx="402336" cy="402336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30368" y="749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422392" y="1170432"/>
            <a:ext cx="18288" cy="6675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42432" y="73152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C9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ZIP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742432" y="1005840"/>
            <a:ext cx="3127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 your PBIP project folder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(SemanticModel + Report) to a ZIP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230368" y="1819656"/>
            <a:ext cx="402336" cy="402336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30368" y="1819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422392" y="2240280"/>
            <a:ext cx="18288" cy="6675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42432" y="180136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C9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Auto-Extract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742432" y="2075688"/>
            <a:ext cx="3127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reads TMDL, visual.json,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bookmarks, roles &amp; metadata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230368" y="2889504"/>
            <a:ext cx="402336" cy="402336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30368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422392" y="3310128"/>
            <a:ext cx="18288" cy="6675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42432" y="2871216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C9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12 Tabs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742432" y="3145536"/>
            <a:ext cx="3127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· Columns · Measures · DAX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Visuals · RLS · Power Query · More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230368" y="3959352"/>
            <a:ext cx="402336" cy="402336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30368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742432" y="3941064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C9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5742432" y="4215384"/>
            <a:ext cx="3127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Excel (13 sheets) 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fully formatted Word report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" y="493776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 ZIP  →  Instant metadata across all tabs  →  Export to Excel &amp; Word  |  No Power BI Service connection required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2026-03-24T04:33:14Z</dcterms:created>
  <dcterms:modified xsi:type="dcterms:W3CDTF">2026-03-24T04:33:14Z</dcterms:modified>
</cp:coreProperties>
</file>